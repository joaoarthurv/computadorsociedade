
<file path=[Content_Types].xml><?xml version="1.0" encoding="utf-8"?>
<Types xmlns="http://schemas.openxmlformats.org/package/2006/content-types"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8" r:id="rId2"/>
    <p:sldMasterId id="2147483660" r:id="rId3"/>
  </p:sldMasterIdLst>
  <p:sldIdLst>
    <p:sldId id="263" r:id="rId4"/>
    <p:sldId id="268" r:id="rId5"/>
    <p:sldId id="270" r:id="rId6"/>
    <p:sldId id="271" r:id="rId7"/>
    <p:sldId id="272" r:id="rId8"/>
    <p:sldId id="273" r:id="rId9"/>
    <p:sldId id="269" r:id="rId10"/>
    <p:sldId id="265" r:id="rId11"/>
    <p:sldId id="262" r:id="rId12"/>
    <p:sldId id="266" r:id="rId13"/>
    <p:sldId id="267" r:id="rId14"/>
    <p:sldId id="264" r:id="rId15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="" xmlns:p14="http://schemas.microsoft.com/office/powerpoint/2010/main">
        <p14:section name="CAPA" id="{D656E509-0459-448F-8A6E-318C28770D03}">
          <p14:sldIdLst>
            <p14:sldId id="263"/>
          </p14:sldIdLst>
        </p14:section>
        <p14:section name="CONTEÚDO" id="{BBF74BB0-12CC-4753-B41C-5C7A0FFA9167}">
          <p14:sldIdLst>
            <p14:sldId id="262"/>
          </p14:sldIdLst>
        </p14:section>
        <p14:section name="CONTRA-CAPA" id="{D174FED8-C005-4326-9951-96BDC2175373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9853" autoAdjust="0"/>
    <p:restoredTop sz="94660"/>
  </p:normalViewPr>
  <p:slideViewPr>
    <p:cSldViewPr snapToGrid="0">
      <p:cViewPr>
        <p:scale>
          <a:sx n="76" d="100"/>
          <a:sy n="76" d="100"/>
        </p:scale>
        <p:origin x="-1032" y="-3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D39F9-705D-4517-BD9B-73C7BC0EC39B}" type="datetimeFigureOut">
              <a:rPr lang="pt-BR" smtClean="0"/>
              <a:pPr/>
              <a:t>04/10/2018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6ED82-E45B-4C13-ADD9-C0F942C38057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="" xmlns:p14="http://schemas.microsoft.com/office/powerpoint/2010/main" val="19900738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D39F9-705D-4517-BD9B-73C7BC0EC39B}" type="datetimeFigureOut">
              <a:rPr lang="pt-BR" smtClean="0"/>
              <a:pPr/>
              <a:t>04/10/2018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6ED82-E45B-4C13-ADD9-C0F942C38057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="" xmlns:p14="http://schemas.microsoft.com/office/powerpoint/2010/main" val="28724545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D39F9-705D-4517-BD9B-73C7BC0EC39B}" type="datetimeFigureOut">
              <a:rPr lang="pt-BR" smtClean="0"/>
              <a:pPr/>
              <a:t>04/10/2018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6ED82-E45B-4C13-ADD9-C0F942C38057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="" xmlns:p14="http://schemas.microsoft.com/office/powerpoint/2010/main" val="1556013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D39F9-705D-4517-BD9B-73C7BC0EC39B}" type="datetimeFigureOut">
              <a:rPr lang="pt-BR" smtClean="0"/>
              <a:pPr/>
              <a:t>04/10/2018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6ED82-E45B-4C13-ADD9-C0F942C38057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="" xmlns:p14="http://schemas.microsoft.com/office/powerpoint/2010/main" val="2975938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D39F9-705D-4517-BD9B-73C7BC0EC39B}" type="datetimeFigureOut">
              <a:rPr lang="pt-BR" smtClean="0"/>
              <a:pPr/>
              <a:t>04/10/2018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6ED82-E45B-4C13-ADD9-C0F942C38057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="" xmlns:p14="http://schemas.microsoft.com/office/powerpoint/2010/main" val="17142927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D39F9-705D-4517-BD9B-73C7BC0EC39B}" type="datetimeFigureOut">
              <a:rPr lang="pt-BR" smtClean="0"/>
              <a:pPr/>
              <a:t>04/10/2018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6ED82-E45B-4C13-ADD9-C0F942C38057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="" xmlns:p14="http://schemas.microsoft.com/office/powerpoint/2010/main" val="3545748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D39F9-705D-4517-BD9B-73C7BC0EC39B}" type="datetimeFigureOut">
              <a:rPr lang="pt-BR" smtClean="0"/>
              <a:pPr/>
              <a:t>04/10/2018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6ED82-E45B-4C13-ADD9-C0F942C38057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="" xmlns:p14="http://schemas.microsoft.com/office/powerpoint/2010/main" val="32925366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D39F9-705D-4517-BD9B-73C7BC0EC39B}" type="datetimeFigureOut">
              <a:rPr lang="pt-BR" smtClean="0"/>
              <a:pPr/>
              <a:t>04/10/2018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6ED82-E45B-4C13-ADD9-C0F942C38057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="" xmlns:p14="http://schemas.microsoft.com/office/powerpoint/2010/main" val="4200588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 smtClean="0"/>
              <a:t>Clique no ícone para adicionar uma imagem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D39F9-705D-4517-BD9B-73C7BC0EC39B}" type="datetimeFigureOut">
              <a:rPr lang="pt-BR" smtClean="0"/>
              <a:pPr/>
              <a:t>04/10/2018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6ED82-E45B-4C13-ADD9-C0F942C38057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="" xmlns:p14="http://schemas.microsoft.com/office/powerpoint/2010/main" val="3023529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D39F9-705D-4517-BD9B-73C7BC0EC39B}" type="datetimeFigureOut">
              <a:rPr lang="pt-BR" smtClean="0"/>
              <a:pPr/>
              <a:t>04/10/2018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6ED82-E45B-4C13-ADD9-C0F942C38057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="" xmlns:p14="http://schemas.microsoft.com/office/powerpoint/2010/main" val="3924186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D39F9-705D-4517-BD9B-73C7BC0EC39B}" type="datetimeFigureOut">
              <a:rPr lang="pt-BR" smtClean="0"/>
              <a:pPr/>
              <a:t>04/10/2018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6ED82-E45B-4C13-ADD9-C0F942C38057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="" xmlns:p14="http://schemas.microsoft.com/office/powerpoint/2010/main" val="36948242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BA03A-8F7B-48B9-948C-9BE7447C3849}" type="datetimeFigureOut">
              <a:rPr lang="pt-BR" smtClean="0"/>
              <a:pPr/>
              <a:t>04/10/2018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2ECBA-CC04-4B41-8D71-9B1C8468708E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="" xmlns:p14="http://schemas.microsoft.com/office/powerpoint/2010/main" val="418045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B10B8-3662-478E-B4CB-4FF99F69FEFA}" type="datetimeFigureOut">
              <a:rPr lang="pt-BR" smtClean="0"/>
              <a:pPr/>
              <a:t>04/10/2018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0980C-1FC0-4F60-A5B0-289C2D090A02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="" xmlns:p14="http://schemas.microsoft.com/office/powerpoint/2010/main" val="20953291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8D39F9-705D-4517-BD9B-73C7BC0EC39B}" type="datetimeFigureOut">
              <a:rPr lang="pt-BR" smtClean="0"/>
              <a:pPr/>
              <a:t>04/10/2018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B6ED82-E45B-4C13-ADD9-C0F942C38057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="" xmlns:p14="http://schemas.microsoft.com/office/powerpoint/2010/main" val="3085412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2BA03A-8F7B-48B9-948C-9BE7447C3849}" type="datetimeFigureOut">
              <a:rPr lang="pt-BR" smtClean="0"/>
              <a:pPr/>
              <a:t>04/10/2018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72ECBA-CC04-4B41-8D71-9B1C8468708E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="" xmlns:p14="http://schemas.microsoft.com/office/powerpoint/2010/main" val="2020804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DB10B8-3662-478E-B4CB-4FF99F69FEFA}" type="datetimeFigureOut">
              <a:rPr lang="pt-BR" smtClean="0"/>
              <a:pPr/>
              <a:t>04/10/2018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C0980C-1FC0-4F60-A5B0-289C2D090A02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="" xmlns:p14="http://schemas.microsoft.com/office/powerpoint/2010/main" val="3318992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1753646" y="475987"/>
            <a:ext cx="5786199" cy="1077218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pPr algn="ctr"/>
            <a:r>
              <a:rPr lang="pt-BR" sz="3200" dirty="0" smtClean="0">
                <a:latin typeface="+mj-lt"/>
                <a:cs typeface="Arial" pitchFamily="34" charset="0"/>
              </a:rPr>
              <a:t>Tecnologia e relacionamentos pessoais e profissionais</a:t>
            </a:r>
            <a:endParaRPr lang="pt-BR" sz="3200" dirty="0">
              <a:latin typeface="+mj-lt"/>
              <a:cs typeface="Arial" pitchFamily="34" charset="0"/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175364" y="5461348"/>
            <a:ext cx="57870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 smtClean="0"/>
              <a:t> João Arthur - 03025 </a:t>
            </a:r>
          </a:p>
          <a:p>
            <a:r>
              <a:rPr lang="pt-BR" sz="2000" dirty="0" smtClean="0"/>
              <a:t> Lucas Soares - </a:t>
            </a:r>
            <a:r>
              <a:rPr lang="pt-BR" sz="2000" dirty="0" smtClean="0"/>
              <a:t>03003</a:t>
            </a:r>
            <a:endParaRPr lang="pt-BR" sz="2000" dirty="0" smtClean="0"/>
          </a:p>
          <a:p>
            <a:r>
              <a:rPr lang="pt-BR" sz="2000" dirty="0" smtClean="0"/>
              <a:t> Arthur Marciano -  </a:t>
            </a:r>
            <a:r>
              <a:rPr lang="pt-BR" sz="2000" dirty="0" smtClean="0"/>
              <a:t>03019</a:t>
            </a:r>
            <a:endParaRPr lang="pt-BR" sz="2000" dirty="0"/>
          </a:p>
        </p:txBody>
      </p:sp>
    </p:spTree>
    <p:extLst>
      <p:ext uri="{BB962C8B-B14F-4D97-AF65-F5344CB8AC3E}">
        <p14:creationId xmlns="" xmlns:p14="http://schemas.microsoft.com/office/powerpoint/2010/main" val="929600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 smtClean="0"/>
              <a:t>Sumário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2095022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pt-BR" dirty="0" smtClean="0"/>
              <a:t>Introdução</a:t>
            </a:r>
          </a:p>
          <a:p>
            <a:pPr marL="457200" indent="-457200">
              <a:buFont typeface="+mj-lt"/>
              <a:buAutoNum type="arabicPeriod"/>
            </a:pPr>
            <a:r>
              <a:rPr lang="pt-BR" dirty="0" smtClean="0"/>
              <a:t>Tecnologia e relacionamentos no campo profissional</a:t>
            </a:r>
          </a:p>
          <a:p>
            <a:pPr marL="457200" indent="-457200">
              <a:buFont typeface="+mj-lt"/>
              <a:buAutoNum type="arabicPeriod"/>
            </a:pPr>
            <a:r>
              <a:rPr lang="pt-BR" dirty="0" smtClean="0"/>
              <a:t>Tecnologia e relacionamentos no campo pessoal</a:t>
            </a:r>
          </a:p>
          <a:p>
            <a:pPr marL="457200" indent="-457200">
              <a:buFont typeface="+mj-lt"/>
              <a:buAutoNum type="arabicPeriod"/>
            </a:pPr>
            <a:r>
              <a:rPr lang="pt-BR" dirty="0" smtClean="0"/>
              <a:t>Debates</a:t>
            </a:r>
          </a:p>
          <a:p>
            <a:pPr marL="457200" indent="-457200">
              <a:buFont typeface="+mj-lt"/>
              <a:buAutoNum type="arabicPeriod"/>
            </a:pPr>
            <a:r>
              <a:rPr lang="pt-BR" dirty="0" smtClean="0"/>
              <a:t>Referências 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540490"/>
            <a:ext cx="78867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pt-BR" sz="3700" dirty="0" smtClean="0"/>
              <a:t>Tecnologia e relacionamentos no campo pessoal</a:t>
            </a:r>
            <a:r>
              <a:rPr lang="pt-BR" dirty="0" smtClean="0"/>
              <a:t/>
            </a:r>
            <a:br>
              <a:rPr lang="pt-BR" dirty="0" smtClean="0"/>
            </a:br>
            <a:endParaRPr lang="pt-BR" dirty="0"/>
          </a:p>
        </p:txBody>
      </p:sp>
      <p:pic>
        <p:nvPicPr>
          <p:cNvPr id="4" name="Espaço Reservado para Conteúdo 3" descr="charge debate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3504" y="2172183"/>
            <a:ext cx="4090606" cy="2562656"/>
          </a:xfrm>
        </p:spPr>
      </p:pic>
      <p:pic>
        <p:nvPicPr>
          <p:cNvPr id="6" name="Imagem 5" descr="Pessoa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7365" y="2129424"/>
            <a:ext cx="4024000" cy="263189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dirty="0" smtClean="0"/>
              <a:t>Tecnologia e relacionamentos no campo pessoal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pt-BR" sz="2800" dirty="0" smtClean="0"/>
              <a:t>V</a:t>
            </a:r>
            <a:r>
              <a:rPr lang="pt-BR" sz="2800" dirty="0" smtClean="0"/>
              <a:t>antagens:</a:t>
            </a:r>
          </a:p>
          <a:p>
            <a:r>
              <a:rPr lang="pt-BR" sz="2800" dirty="0" smtClean="0"/>
              <a:t> </a:t>
            </a:r>
          </a:p>
          <a:p>
            <a:r>
              <a:rPr lang="pt-BR" sz="2800" dirty="0" smtClean="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 smtClean="0"/>
              <a:t>Tecnologia e relacionamentos no campo pessoal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pt-BR" sz="2800" dirty="0" smtClean="0"/>
              <a:t>Desvantagens:</a:t>
            </a:r>
            <a:endParaRPr lang="pt-BR" sz="2800" dirty="0" smtClean="0"/>
          </a:p>
          <a:p>
            <a:r>
              <a:rPr lang="pt-BR" sz="2400" dirty="0" smtClean="0"/>
              <a:t> </a:t>
            </a:r>
          </a:p>
          <a:p>
            <a:r>
              <a:rPr lang="pt-BR" sz="2400" dirty="0" smtClean="0"/>
              <a:t> 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 smtClean="0"/>
              <a:t>Tecnologia e relacionamentos no campo pessoal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6124" y="540490"/>
            <a:ext cx="7886700" cy="1325563"/>
          </a:xfrm>
        </p:spPr>
        <p:txBody>
          <a:bodyPr/>
          <a:lstStyle/>
          <a:p>
            <a:pPr algn="ctr"/>
            <a:r>
              <a:rPr lang="pt-BR" dirty="0" smtClean="0"/>
              <a:t>Tecnologia e relacionamentos no campo profissional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  <a:buFont typeface="Courier New" pitchFamily="49" charset="0"/>
              <a:buChar char="o"/>
            </a:pPr>
            <a:r>
              <a:rPr lang="pt-BR" sz="2800" dirty="0" smtClean="0"/>
              <a:t> Sites</a:t>
            </a:r>
          </a:p>
          <a:p>
            <a:pPr>
              <a:lnSpc>
                <a:spcPct val="200000"/>
              </a:lnSpc>
              <a:buFont typeface="Courier New" pitchFamily="49" charset="0"/>
              <a:buChar char="o"/>
            </a:pPr>
            <a:r>
              <a:rPr lang="pt-BR" sz="2800" dirty="0" smtClean="0"/>
              <a:t> Aplicativos</a:t>
            </a:r>
          </a:p>
          <a:p>
            <a:pPr>
              <a:lnSpc>
                <a:spcPct val="200000"/>
              </a:lnSpc>
              <a:buFont typeface="Courier New" pitchFamily="49" charset="0"/>
              <a:buChar char="o"/>
            </a:pPr>
            <a:r>
              <a:rPr lang="pt-BR" sz="2800" dirty="0" smtClean="0"/>
              <a:t> Aparelhos diversos</a:t>
            </a:r>
            <a:endParaRPr lang="pt-B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 smtClean="0"/>
              <a:t>Tecnologia e relacionamentos no campo profissional</a:t>
            </a:r>
            <a:endParaRPr lang="pt-BR" dirty="0"/>
          </a:p>
        </p:txBody>
      </p:sp>
      <p:pic>
        <p:nvPicPr>
          <p:cNvPr id="4" name="Espaço Reservado para Conteúdo 3" descr="linkedin 2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0554" y="1851958"/>
            <a:ext cx="4005665" cy="2143845"/>
          </a:xfrm>
        </p:spPr>
      </p:pic>
      <p:pic>
        <p:nvPicPr>
          <p:cNvPr id="6" name="Imagem 5" descr="yamm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943" y="4133590"/>
            <a:ext cx="4033380" cy="2304790"/>
          </a:xfrm>
          <a:prstGeom prst="rect">
            <a:avLst/>
          </a:prstGeom>
        </p:spPr>
      </p:pic>
      <p:pic>
        <p:nvPicPr>
          <p:cNvPr id="9" name="Imagem 8" descr="slack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1479" y="1778696"/>
            <a:ext cx="4609579" cy="2154477"/>
          </a:xfrm>
          <a:prstGeom prst="rect">
            <a:avLst/>
          </a:prstGeom>
        </p:spPr>
      </p:pic>
      <p:pic>
        <p:nvPicPr>
          <p:cNvPr id="10" name="Imagem 9" descr="Workplac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4006" y="4096012"/>
            <a:ext cx="4446739" cy="186367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 smtClean="0"/>
              <a:t>Tecnologia e relacionamentos no campo profissional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pt-BR" sz="3000" dirty="0" smtClean="0"/>
              <a:t>Vantagens :</a:t>
            </a:r>
            <a:endParaRPr lang="pt-BR" sz="2050" dirty="0" smtClean="0"/>
          </a:p>
          <a:p>
            <a:pPr algn="just">
              <a:lnSpc>
                <a:spcPct val="150000"/>
              </a:lnSpc>
            </a:pPr>
            <a:r>
              <a:rPr lang="pt-BR" sz="2600" dirty="0" smtClean="0"/>
              <a:t>Dentro da companhia, a tecnologia pode aproximar os colaboradores entre si, e  os aproximar com a própria empresa.</a:t>
            </a:r>
          </a:p>
          <a:p>
            <a:pPr algn="just">
              <a:lnSpc>
                <a:spcPct val="150000"/>
              </a:lnSpc>
            </a:pPr>
            <a:r>
              <a:rPr lang="pt-BR" sz="2600" dirty="0" smtClean="0"/>
              <a:t>Disseminar a missão, a visão e os valores da empresa.</a:t>
            </a:r>
          </a:p>
          <a:p>
            <a:pPr algn="just">
              <a:lnSpc>
                <a:spcPct val="150000"/>
              </a:lnSpc>
            </a:pPr>
            <a:r>
              <a:rPr lang="pt-BR" sz="2600" dirty="0" smtClean="0"/>
              <a:t> O atendimento se torna mais pessoal, o que leva a um melhor resultado para o cliente, e em paralelo para a empresa. </a:t>
            </a:r>
          </a:p>
          <a:p>
            <a:pPr lvl="3"/>
            <a:endParaRPr lang="pt-BR" sz="2050" dirty="0" smtClean="0"/>
          </a:p>
          <a:p>
            <a:endParaRPr lang="pt-BR" dirty="0" smtClean="0"/>
          </a:p>
          <a:p>
            <a:pPr>
              <a:buNone/>
            </a:pPr>
            <a:endParaRPr lang="pt-BR" dirty="0" smtClean="0"/>
          </a:p>
        </p:txBody>
      </p:sp>
    </p:spTree>
    <p:extLst>
      <p:ext uri="{BB962C8B-B14F-4D97-AF65-F5344CB8AC3E}">
        <p14:creationId xmlns="" xmlns:p14="http://schemas.microsoft.com/office/powerpoint/2010/main" val="710299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 smtClean="0"/>
              <a:t>Tecnologia e relacionamentos no campo profissional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66228" y="1838151"/>
            <a:ext cx="7886700" cy="435133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2800" dirty="0" smtClean="0"/>
              <a:t>Desvantagens:</a:t>
            </a:r>
          </a:p>
          <a:p>
            <a:pPr>
              <a:lnSpc>
                <a:spcPct val="150000"/>
              </a:lnSpc>
            </a:pPr>
            <a:r>
              <a:rPr lang="pt-BR" sz="2400" dirty="0" smtClean="0"/>
              <a:t> Abuso de determinadas empresas na realização de contato com cliente fora do horário do expediente. </a:t>
            </a:r>
          </a:p>
          <a:p>
            <a:pPr>
              <a:lnSpc>
                <a:spcPct val="150000"/>
              </a:lnSpc>
            </a:pPr>
            <a:r>
              <a:rPr lang="pt-BR" sz="2400" dirty="0" smtClean="0"/>
              <a:t> Uso indevido das ferramentas da companhia realizados por funcionários da mesma.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 smtClean="0"/>
              <a:t>Perguntas para debate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arenR"/>
            </a:pPr>
            <a:r>
              <a:rPr lang="pt-BR" dirty="0" smtClean="0"/>
              <a:t> 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839243" y="538620"/>
            <a:ext cx="74905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 smtClean="0">
                <a:latin typeface="+mj-lt"/>
              </a:rPr>
              <a:t>Referências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989556" y="1302707"/>
            <a:ext cx="749056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pt-BR" dirty="0" smtClean="0"/>
              <a:t>  https://www.techtudo.com.br -  </a:t>
            </a:r>
            <a:r>
              <a:rPr lang="pt-BR" sz="1600" i="1" dirty="0" smtClean="0"/>
              <a:t>Acesso em 03/10/2018</a:t>
            </a:r>
          </a:p>
          <a:p>
            <a:pPr>
              <a:buFont typeface="Arial" pitchFamily="34" charset="0"/>
              <a:buChar char="•"/>
            </a:pPr>
            <a:r>
              <a:rPr lang="pt-BR" dirty="0" smtClean="0"/>
              <a:t>  http://www.administradores.com.br/noticias/cotidiano/a-tecnologia-como-aliada-no-relacionamento-e-comunicacao-com-os-colaboradores-e-clientes/110691/ -  </a:t>
            </a:r>
            <a:r>
              <a:rPr lang="pt-BR" sz="1600" i="1" dirty="0" smtClean="0"/>
              <a:t>Acesso em 03/10/2018</a:t>
            </a:r>
          </a:p>
          <a:p>
            <a:pPr>
              <a:buFont typeface="Arial" pitchFamily="34" charset="0"/>
              <a:buChar char="•"/>
            </a:pPr>
            <a:r>
              <a:rPr lang="pt-BR" dirty="0" smtClean="0"/>
              <a:t> </a:t>
            </a:r>
          </a:p>
          <a:p>
            <a:pPr>
              <a:buFont typeface="Arial" pitchFamily="34" charset="0"/>
              <a:buChar char="•"/>
            </a:pPr>
            <a:r>
              <a:rPr lang="pt-BR" dirty="0" smtClean="0"/>
              <a:t> </a:t>
            </a:r>
          </a:p>
          <a:p>
            <a:pPr>
              <a:buFont typeface="Arial" pitchFamily="34" charset="0"/>
              <a:buChar char="•"/>
            </a:pPr>
            <a:r>
              <a:rPr lang="pt-BR" dirty="0" smtClean="0"/>
              <a:t> </a:t>
            </a:r>
          </a:p>
        </p:txBody>
      </p:sp>
    </p:spTree>
    <p:extLst>
      <p:ext uri="{BB962C8B-B14F-4D97-AF65-F5344CB8AC3E}">
        <p14:creationId xmlns="" xmlns:p14="http://schemas.microsoft.com/office/powerpoint/2010/main" val="847916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lide_UFV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1200" b="1" dirty="0" smtClean="0">
            <a:latin typeface="Lucida Sans" panose="020B0602030504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xmlns="" name="Apresentação2" id="{203D246C-41F3-4123-8143-B26B1712F00B}" vid="{075A9422-3074-4231-8E48-9D0729C11DF5}"/>
    </a:ext>
  </a:extLst>
</a:theme>
</file>

<file path=ppt/theme/theme2.xml><?xml version="1.0" encoding="utf-8"?>
<a:theme xmlns:a="http://schemas.openxmlformats.org/drawingml/2006/main" name="1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Apresentação2" id="{203D246C-41F3-4123-8143-B26B1712F00B}" vid="{52D01A56-082F-4693-8DC4-45D1D60C3DB9}"/>
    </a:ext>
  </a:extLst>
</a:theme>
</file>

<file path=ppt/theme/theme3.xml><?xml version="1.0" encoding="utf-8"?>
<a:theme xmlns:a="http://schemas.openxmlformats.org/drawingml/2006/main" name="Personalizar design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Apresentação2" id="{203D246C-41F3-4123-8143-B26B1712F00B}" vid="{2E2E52A3-502E-415C-BCDB-051E8AB394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Slide_UFV</Template>
  <TotalTime>173</TotalTime>
  <Words>218</Words>
  <Application>Microsoft Office PowerPoint</Application>
  <PresentationFormat>Apresentação na tela (4:3)</PresentationFormat>
  <Paragraphs>43</Paragraphs>
  <Slides>12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3</vt:i4>
      </vt:variant>
      <vt:variant>
        <vt:lpstr>Títulos de slides</vt:lpstr>
      </vt:variant>
      <vt:variant>
        <vt:i4>12</vt:i4>
      </vt:variant>
    </vt:vector>
  </HeadingPairs>
  <TitlesOfParts>
    <vt:vector size="15" baseType="lpstr">
      <vt:lpstr>Slide_UFV</vt:lpstr>
      <vt:lpstr>1_Personalizar design</vt:lpstr>
      <vt:lpstr>Personalizar design</vt:lpstr>
      <vt:lpstr>Slide 1</vt:lpstr>
      <vt:lpstr>Sumário</vt:lpstr>
      <vt:lpstr>Tecnologia e relacionamentos no campo pessoal </vt:lpstr>
      <vt:lpstr>Tecnologia e relacionamentos no campo pessoal</vt:lpstr>
      <vt:lpstr>Tecnologia e relacionamentos no campo pessoal</vt:lpstr>
      <vt:lpstr>Tecnologia e relacionamentos no campo pessoal</vt:lpstr>
      <vt:lpstr>Tecnologia e relacionamentos no campo profissional</vt:lpstr>
      <vt:lpstr>Tecnologia e relacionamentos no campo profissional</vt:lpstr>
      <vt:lpstr>Tecnologia e relacionamentos no campo profissional</vt:lpstr>
      <vt:lpstr>Tecnologia e relacionamentos no campo profissional</vt:lpstr>
      <vt:lpstr>Perguntas para debate</vt:lpstr>
      <vt:lpstr>Slide 12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Usuario</dc:creator>
  <cp:lastModifiedBy>Ethical Hacker</cp:lastModifiedBy>
  <cp:revision>19</cp:revision>
  <dcterms:created xsi:type="dcterms:W3CDTF">2017-10-20T10:59:02Z</dcterms:created>
  <dcterms:modified xsi:type="dcterms:W3CDTF">2018-10-04T16:23:08Z</dcterms:modified>
</cp:coreProperties>
</file>